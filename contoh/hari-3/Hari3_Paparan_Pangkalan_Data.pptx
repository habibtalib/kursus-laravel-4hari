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HARI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Paparan &amp; Pangkalan Data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 Templates, Tailwind CSS, Eloquent ORM, Migrasi &amp; Seeder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182880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474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Pengurusan Zakat Kedah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Kursus Laravel 4 Hari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4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 Hari 3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20040" cy="320040"/>
          </a:xfrm>
          <a:prstGeom prst="ellipse">
            <a:avLst/>
          </a:prstGeom>
          <a:solidFill>
            <a:srgbClr val="065F4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225296"/>
            <a:ext cx="201168" cy="2011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1704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Enjin Templat Blade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840480" y="11704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{{ }}, @if, @foreach, @extends, @yield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1645920"/>
            <a:ext cx="320040" cy="320040"/>
          </a:xfrm>
          <a:prstGeom prst="ellipse">
            <a:avLst/>
          </a:prstGeom>
          <a:solidFill>
            <a:srgbClr val="065F4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682496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16276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&amp; Tailwind CSS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840480" y="16276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CDN, emerald theme, responsive navbar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40080" y="2103120"/>
            <a:ext cx="320040" cy="320040"/>
          </a:xfrm>
          <a:prstGeom prst="ellipse">
            <a:avLst/>
          </a:prstGeom>
          <a:solidFill>
            <a:srgbClr val="065F46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2139696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20848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 Blade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3840480" y="20848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&lt;x-alert&gt;, &lt;x-badge&gt;, &lt;x-card&gt;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40080" y="2560320"/>
            <a:ext cx="320040" cy="320040"/>
          </a:xfrm>
          <a:prstGeom prst="ellipse">
            <a:avLst/>
          </a:prstGeom>
          <a:solidFill>
            <a:srgbClr val="065F46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2596896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97280" y="2542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Eloquent ORM &amp; Model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3840480" y="25420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Pembayar, JenisZakat, Pembayaran + hubungan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640080" y="3017520"/>
            <a:ext cx="320040" cy="320040"/>
          </a:xfrm>
          <a:prstGeom prst="ellipse">
            <a:avLst/>
          </a:prstGeom>
          <a:solidFill>
            <a:srgbClr val="065F46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" y="3054096"/>
            <a:ext cx="201168" cy="20116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97280" y="29992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Migrasi Pangkalan Data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3840480" y="29992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jadual, foreign keys, enum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40080" y="3474720"/>
            <a:ext cx="320040" cy="320040"/>
          </a:xfrm>
          <a:prstGeom prst="ellipse">
            <a:avLst/>
          </a:prstGeom>
          <a:solidFill>
            <a:srgbClr val="065F46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" y="3511296"/>
            <a:ext cx="201168" cy="20116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97280" y="34564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Pengesahan Data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3840480" y="34564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rules + mesej BM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640080" y="3931920"/>
            <a:ext cx="320040" cy="320040"/>
          </a:xfrm>
          <a:prstGeom prst="ellipse">
            <a:avLst/>
          </a:prstGeom>
          <a:solidFill>
            <a:srgbClr val="065F46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088" y="3968496"/>
            <a:ext cx="201168" cy="20116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097280" y="39136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Seeder &amp; Data Contoh</a:t>
            </a:r>
            <a:endParaRPr lang="en-US" sz="1300" dirty="0"/>
          </a:p>
        </p:txBody>
      </p:sp>
      <p:sp>
        <p:nvSpPr>
          <p:cNvPr id="30" name="Text 21"/>
          <p:cNvSpPr/>
          <p:nvPr/>
        </p:nvSpPr>
        <p:spPr>
          <a:xfrm>
            <a:off x="3840480" y="39136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pembayar + 5 jenis zakat + 20 pembayaran</a:t>
            </a:r>
            <a:endParaRPr lang="en-US" sz="1100" dirty="0"/>
          </a:p>
        </p:txBody>
      </p:sp>
      <p:sp>
        <p:nvSpPr>
          <p:cNvPr id="31" name="Shape 22"/>
          <p:cNvSpPr/>
          <p:nvPr/>
        </p:nvSpPr>
        <p:spPr>
          <a:xfrm>
            <a:off x="640080" y="4389120"/>
            <a:ext cx="320040" cy="320040"/>
          </a:xfrm>
          <a:prstGeom prst="ellipse">
            <a:avLst/>
          </a:prstGeom>
          <a:solidFill>
            <a:srgbClr val="065F46"/>
          </a:solidFill>
          <a:ln/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088" y="4425696"/>
            <a:ext cx="201168" cy="201168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1097280" y="43708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Pengesahan Pengguna</a:t>
            </a:r>
            <a:endParaRPr lang="en-US" sz="1300" dirty="0"/>
          </a:p>
        </p:txBody>
      </p:sp>
      <p:sp>
        <p:nvSpPr>
          <p:cNvPr id="34" name="Text 24"/>
          <p:cNvSpPr/>
          <p:nvPr/>
        </p:nvSpPr>
        <p:spPr>
          <a:xfrm>
            <a:off x="3840480" y="43708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Register, Auth middleware</a:t>
            </a:r>
            <a:endParaRPr lang="en-US" sz="1100" dirty="0"/>
          </a:p>
        </p:txBody>
      </p:sp>
      <p:sp>
        <p:nvSpPr>
          <p:cNvPr id="35" name="Text 25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Kursus Laravel 4 Hari — Pusat Zakat Negeri Kedah</a:t>
            </a:r>
            <a:endParaRPr lang="en-US" sz="900" dirty="0"/>
          </a:p>
        </p:txBody>
      </p:sp>
      <p:sp>
        <p:nvSpPr>
          <p:cNvPr id="36" name="Text 2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4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Enjin Templat Blade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ringkas untuk paparan dinamik dengan perlindungan XSS automatik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329184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80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Blade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$pembayar-&gt;nama }}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Papar data (escape HTML)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@if($pembayar-&gt;email)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Pernyataan bersyarat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@foreach($pembayars as $p)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Gelung senarai data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@extends('layouts.app')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Warisi layout induk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@yield('content')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Slot kandungan anak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931920" cy="32918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280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Warisan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17373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layouts/app.blade.php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├── Header &amp; Navigasi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@yield('content')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└── Footer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pembayar/index.blade.php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@extends('layouts.app')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@section('content')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Senarai Pembayar Zakat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@endsection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Kursus Laravel 4 Hari — Pusat Zakat Negeri Kedah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4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Layout &amp; Tailwind CSS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5544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54864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CDN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Tiada build step — guna &lt;script src="cdn.tailwindcss.com"&gt; terus dalam &lt;head&gt;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15544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3931920" cy="54864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280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Emerald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0" y="16459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Warna khas zakat: bg-emerald-800 nav, teks emerald-100, hover emerald-700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3931920" cy="15544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926080"/>
            <a:ext cx="39319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108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Nav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34747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Hamburger menu untuk mobile, flex navbar untuk desktop, md:hidden/md:flex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3931920" cy="15544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926080"/>
            <a:ext cx="39319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3108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 Blade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0" y="34747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&lt;x-alert type="success"&gt;, &lt;x-badge&gt;, &lt;x-card&gt; — boleh guna semula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Kursus Laravel 4 Hari — Pusat Zakat Negeri Kedah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4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Eloquent ORM — 3 Model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743200" cy="36576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743200" cy="50292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Pembayar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Medan: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nama, no_ic, alamat,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no_tel, email, pekerjaan,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pendapatan_bulanan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Hubungan: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154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hasMany(Pembayaran)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657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Skop: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886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scopeCarian, scopePendapatanMelebihi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1005840"/>
            <a:ext cx="2743200" cy="36576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005840"/>
            <a:ext cx="2743200" cy="50292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1005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JenisZakat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74720" y="16459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Medan: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0" y="18745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nama, kadar,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penerangan, is_aktif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4720" y="29260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Hubungan: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0" y="3154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hasMany(Pembayaran)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0" y="3657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Skop: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74720" y="3886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scopeAktif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1005840"/>
            <a:ext cx="2743200" cy="36576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1005840"/>
            <a:ext cx="2743200" cy="50292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0" y="1005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Pembayaran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09360" y="16459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Medan: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09360" y="18745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pembayar_id, jenis_zakat_id,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jumlah, tarikh_bayar,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cara_bayar, no_resit, status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9360" y="29260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Hubungan: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9360" y="3154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belongsTo(Pembayar)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belongsTo(JenisZakat)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09360" y="3657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Skop: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09360" y="3886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scopeSah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Kursus Laravel 4 Hari — Pusat Zakat Negeri Kedah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4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Migrasi Pangkalan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create_pembayarans_table.php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7680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Schema::create('pembayarans', function (Blueprint $table)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$table-&gt;id();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$table-&gt;foreignId('pembayar_id')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-&gt;constrained('pembayars')-&gt;cascadeOnDelete();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$table-&gt;foreignId('jenis_zakat_id')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-&gt;constrained('jenis_zakats')-&gt;cascadeOnDelete();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$table-&gt;decimal('jumlah', 12, 2);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$table-&gt;date('tarikh_bayar');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$table-&gt;enum('cara_bayar',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['tunai','kad','fpx','online']);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$table-&gt;string('no_resit')-&gt;unique();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$table-&gt;enum('status',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['pending','sah','batal'])-&gt;default('pending');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$table-&gt;timestamps();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Kursus Laravel 4 Hari — Pusat Zakat Negeri Kedah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4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Pengesahan Data (Validation)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00400"/>
                <a:gridCol w="3383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Peraturan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Mesej BM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F4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required|string|max:255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Nama pembayar wajib diisi.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no_ic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required|string|size:12|unique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 IC mestilah 12 digit.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alamat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required|string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Alamat wajib diisi.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no_tel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required|string|max:15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 telefon wajib diisi.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nullable|email|max:255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 emel tidak sah.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pendapatan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nullable|numeric|min:0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Pendapatan mestilah nombor.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37490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@error('no_ic')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&lt;span class="text-red-500"&gt;{{ $message }}&lt;/span&gt;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@enderror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Kursus Laravel 4 Hari — Pusat Zakat Negeri Kedah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4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Seeder &amp; Data Contoh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Jenis Zakat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38404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Jenis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Kadar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F4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Zakat Fitrah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 7.00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Zakat Pendapatan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Zakat Perniagaan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Zakat Wang Simpanan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Zakat Emas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846320" y="1005840"/>
            <a:ext cx="3840480" cy="34747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02920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Contoh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0" y="1554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669280" y="1600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(admin@zakat.test)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0" y="2103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669280" y="21488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Pembayar dari Kedah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0" y="2651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669280" y="2697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Jenis Zakat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29200" y="3200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669280" y="3246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Rekod Pembayaran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846320" y="3931920"/>
            <a:ext cx="384048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0" y="39319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artisan migrate:fresh --seed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Kursus Laravel 4 Hari — Pusat Zakat Negeri Kedah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4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Pengesahan Pengguna (Auth)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Auth — tanpa Breeze (lebih ringan, lebih kawalan)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10972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54864" cy="109728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LoginController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showLoginForm()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login() — Auth::attempt()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logout() — session invalidate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3931920" cy="10972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606040"/>
            <a:ext cx="54864" cy="109728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697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RegisterController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29718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showRegistrationForm()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register() — Hash::make()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Mail::send(SelamatDatangMail)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280160"/>
            <a:ext cx="3931920" cy="237744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2801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routes/web.php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164592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Tetamu sahaja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Route::middleware('guest')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GET /login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GET /daftar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Perlu log masuk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Route::middleware('auth')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resource('pembayar')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resource('jenis-zakat')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resource('pembayaran')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3840480"/>
            <a:ext cx="3931920" cy="45720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3840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E-mel selamat datang dihantar semasa pendaftaran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Kursus Laravel 4 Hari — Pusat Zakat Negeri Kedah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Ringkasan Hari 3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182880" cy="182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325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 — templat dinamik dengan warisan layout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55648"/>
            <a:ext cx="182880" cy="182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1709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— styling via CDN, tema emerald</a:t>
            </a:r>
            <a:endParaRPr lang="en-US" sz="14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39696"/>
            <a:ext cx="182880" cy="1828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51560" y="209397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 Blade — &lt;x-alert&gt;, &lt;x-badge&gt;, &lt;x-card&gt;</a:t>
            </a:r>
            <a:endParaRPr lang="en-US" sz="14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523744"/>
            <a:ext cx="182880" cy="1828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51560" y="247802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 Eloquent — Pembayar, JenisZakat, Pembayaran</a:t>
            </a:r>
            <a:endParaRPr lang="en-US" sz="14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907792"/>
            <a:ext cx="182880" cy="18288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51560" y="28620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Migrasi — FK, enum, unique constraints</a:t>
            </a:r>
            <a:endParaRPr lang="en-US" sz="14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291840"/>
            <a:ext cx="182880" cy="18288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051560" y="3246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— peraturan + mesej Bahasa Melayu</a:t>
            </a:r>
            <a:endParaRPr lang="en-US" sz="140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3675888"/>
            <a:ext cx="182880" cy="18288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051560" y="36301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Seeder — 36 rekod data contoh Kedah</a:t>
            </a:r>
            <a:endParaRPr lang="en-US" sz="1400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4059936"/>
            <a:ext cx="182880" cy="182880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1051560" y="401421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— LoginController, RegisterController, middleware</a:t>
            </a:r>
            <a:endParaRPr lang="en-US" sz="1400" dirty="0"/>
          </a:p>
        </p:txBody>
      </p:sp>
      <p:sp>
        <p:nvSpPr>
          <p:cNvPr id="20" name="Shape 10"/>
          <p:cNvSpPr/>
          <p:nvPr/>
        </p:nvSpPr>
        <p:spPr>
          <a:xfrm>
            <a:off x="731520" y="4526280"/>
            <a:ext cx="182880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21" name="Text 11"/>
          <p:cNvSpPr/>
          <p:nvPr/>
        </p:nvSpPr>
        <p:spPr>
          <a:xfrm>
            <a:off x="731520" y="4617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4: API RESTful, Dashboard, Hubungan Model &amp; Deploy</a:t>
            </a:r>
            <a:endParaRPr lang="en-US" sz="1300" dirty="0"/>
          </a:p>
        </p:txBody>
      </p:sp>
      <p:sp>
        <p:nvSpPr>
          <p:cNvPr id="22" name="Text 1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Hari 3 — Paparan &amp; Pangkalan Data</dc:title>
  <dc:subject>PptxGenJS Presentation</dc:subject>
  <dc:creator>Habib</dc:creator>
  <cp:lastModifiedBy>Habib</cp:lastModifiedBy>
  <cp:revision>1</cp:revision>
  <dcterms:created xsi:type="dcterms:W3CDTF">2026-04-08T01:24:42Z</dcterms:created>
  <dcterms:modified xsi:type="dcterms:W3CDTF">2026-04-08T01:24:42Z</dcterms:modified>
</cp:coreProperties>
</file>