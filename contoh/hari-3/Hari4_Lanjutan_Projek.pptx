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Ciri Lanjutan &amp; Projek Akhir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API, Hubungan Model, Dashboard &amp; Deploy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Pengurusan Zakat Kedah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Kursus Laravel 4 Hari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Hari 4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225296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Auth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840480" y="11704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LoginController, RegisterController, middleware auth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719072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556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7007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Hubungan Model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840480" y="17007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hasMany, belongsTo — hubungan 1-to-many &amp; many-to-1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249424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28600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231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840480" y="22311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 CRUD — GET, POST, PUT, DELETE, JSON response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2779776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81635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Laporan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840480" y="27614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 cards — jumlah, kutipan, bulan, terkini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0080" y="3310128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346704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Pembayaran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384048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lengkap — auto resit, status management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87705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9728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3840480" y="3822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.env, optimize, shared hosting, Laravel Forge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Auth — Tanpa Breeze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LoginController &amp; RegisterController — lebih ringan, lebih kawalan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3291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LoginController.php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showLoginForm()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return view('auth.login')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login(Request $request)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validate email &amp; 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Auth::attempt($credentials)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redirect pembayar.index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logout()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Auth::logout()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session()-&gt;invalidate()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regenerateToken()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RegisterController.php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showRegistrationForm()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return view('auth.register')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register(Request $request)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validate name, email, 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Hash::make($password)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User::create([...])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Selepas daftar: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Mail::send(SelamatDatangMail)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Auth::login($user)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Hubungan Model (Relationships)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Menghubungkan data antara jadual dengan relasi 1-to-many &amp; many-to-1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743200" cy="3520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743200" cy="4572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Pembayar → Pembayaran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hasMany('App\\Models\\Pembayaran')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Carian: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$pembayar-&gt;pembayarans // Senarai pembayaran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pembayar banyak pembayaran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743200" cy="3520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Pembayaran ← Pembayar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600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belongsTo('App\\Models\\Pembayar')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Carian: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$pembayaran-&gt;pembayar-&gt;nama // Nama pembayar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pembayaran 1 pembayar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743200" cy="3520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Pembayaran ← JenisZakat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1600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belongsTo('App\\Models\\JenisZakat')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Carian: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514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$pembayaran-&gt;jenisZakat-&gt;nama // Jenis zakat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1 jenis zakat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RESTful — CRUD Lengkap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 dengan JSON response — tested dengan Thunder Client atau Postman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7432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Kaedah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api/pembayar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Senarai semua pembayar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api/pembayar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Buat pembayar baru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api/pembayar/{id}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Kemaskini pembayar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api/pembayar/{id}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Padam pembayar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api/pembayar/{id}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Ambil pembayar tertentu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api/pembayar — Contoh JSON Response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"data": [{ "id": 1, "nama": "Ahmad", "email": "ahmad@zakat.test", "no_ic": "901201120123" }, ...], "total": 10 }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&amp; Laporan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F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Pembayar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34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45,320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Kutipan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3931920" cy="5486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Bulan Ini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393192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39319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2,150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0" y="3474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Terkini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app/Http/Controllers/DashboardController.php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index()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$totalPembayar = Pembayar::count();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$totalKutipan = Pembayaran::where('status','sah')-&gt;sum('jumlah');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view('dashboard', compact('totalPembayar', 'totalKutipan'));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 Pembayaran — CRUD Lengkap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Borang Pembayaran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Pilih Pembayar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Pilih Jenis Zakat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Jumlah Pembayaran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Cara Bayar: tunai|kad|fpx|online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Tarikh Bayar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Generate: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No. Resit: ZK-YYYY-XXXX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Status: pending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566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Baru didaftar, menunggu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Pembayaran dipengesahkan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batal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Pembayaran dibatalkan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PembayaranController: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update() — ubah status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— Ke Penerbitan Langsung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Persekitaran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Salinan .env.example → .env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APP_KEY: php artisan key:generate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credentials diisi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config untuk notifikasi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Optimasi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php artisan config:cache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php artisan route:cache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php artisan view:cache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composer install --optimize-autoloader --no-dev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93192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88920"/>
            <a:ext cx="3931920" cy="5486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Hosting Checklist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public_html → app directori awam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Tetapkan APP_DEBUG=false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Konfigurasi database di cpanel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HTTPS enabled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3931920" cy="1691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88920"/>
            <a:ext cx="3931920" cy="54864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Forge (Pilihan)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 provisioning otomatis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SSL/HTTPS dari Let's Encrypt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 variables management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Zero-downtime deployment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Projek Akhir — Sistem Lengkap Zakat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ciri + 3 modul CRUD + API + Dashboard + Email + Artisan Commands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600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8016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325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Pengesahan Pengguna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Auth, middleware, session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60320" y="1188720"/>
            <a:ext cx="1920240" cy="1600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08960" y="128016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3258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 Eloquent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5176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Pembayar, JenisZakat, Pembayaran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63440" y="1188720"/>
            <a:ext cx="1920240" cy="1600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212080" y="128016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32588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 CRUD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5488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Pembayar, JenisZakat, Pembayaran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766560" y="1188720"/>
            <a:ext cx="1920240" cy="1600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315200" y="128016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13258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RESTful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5800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endpoint JSON, testing siap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57200" y="2926080"/>
            <a:ext cx="1920240" cy="1600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05840" y="301752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0632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Laporan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 cards, query kompleks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560320" y="2926080"/>
            <a:ext cx="1920240" cy="1600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108960" y="301752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968" y="306324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65176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Notifikasi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65176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Selamat datang, receipt pembayaran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663440" y="2926080"/>
            <a:ext cx="1920240" cy="1600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212080" y="301752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6088" y="306324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75488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Commands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475488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 automation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766560" y="2926080"/>
            <a:ext cx="1920240" cy="1600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315200" y="3017520"/>
            <a:ext cx="411480" cy="411480"/>
          </a:xfrm>
          <a:prstGeom prst="ellipse">
            <a:avLst/>
          </a:prstGeom>
          <a:solidFill>
            <a:srgbClr val="065F46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9208" y="3063240"/>
            <a:ext cx="274320" cy="27432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5800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Ready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6858000" y="3794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Forge, shared hosting, .env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Kursus Laravel 4 Hari — Pusat Zakat Negeri Kedah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Ringkasan Kursus 4 Hari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82880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1: Asas Laravel — routing, controller, view, migration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2: Blade template, seeder, form handling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86000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2240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3: Eloquent ORM, validation, custom auth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0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4: Custom Auth, API RESTful, Dashboard, Deployment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00400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 siap deploy ke production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731520" y="3520440"/>
            <a:ext cx="18288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73152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Langkah Seterusnya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109728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PHPUnit + Laravel Dusk untuk UI testing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109728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Livewire: Real-time interactivity tanpa API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109728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Inertia.js: React/Vue frontend terintegrasi dengan Laravel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Hari 4 — Ciri Lanjutan &amp; Projek Akhir</dc:title>
  <dc:subject>PptxGenJS Presentation</dc:subject>
  <dc:creator>Habib</dc:creator>
  <cp:lastModifiedBy>Habib</cp:lastModifiedBy>
  <cp:revision>1</cp:revision>
  <dcterms:created xsi:type="dcterms:W3CDTF">2026-04-08T01:24:43Z</dcterms:created>
  <dcterms:modified xsi:type="dcterms:W3CDTF">2026-04-08T01:24:43Z</dcterms:modified>
</cp:coreProperties>
</file>